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</p:sldIdLst>
  <p:sldSz cx="8128000" cy="4572000"/>
  <p:notesSz cx="8128000" cy="457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5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6" y="78"/>
      </p:cViewPr>
      <p:guideLst>
        <p:guide orient="horz" pos="2880"/>
        <p:guide pos="25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400" y="182880"/>
            <a:ext cx="7315200" cy="731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8477" y="4194047"/>
            <a:ext cx="2687999" cy="2133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40" y="684912"/>
            <a:ext cx="1888460" cy="20582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999" y="681864"/>
            <a:ext cx="1905001" cy="2003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721488"/>
            <a:ext cx="1904999" cy="19668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9364" y="201940"/>
            <a:ext cx="2180990" cy="2428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100"/>
              </a:spcBef>
            </a:pPr>
            <a:r>
              <a:rPr lang="en-US" sz="1400" dirty="0" smtClean="0">
                <a:latin typeface="Arial Black"/>
                <a:cs typeface="Arial Black"/>
              </a:rPr>
              <a:t>Muhammad Shameel</a:t>
            </a:r>
            <a:endParaRPr sz="14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5299" y="193476"/>
            <a:ext cx="1676399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50" spc="-170" dirty="0" smtClean="0">
                <a:latin typeface="Arial Black"/>
                <a:cs typeface="Arial Black"/>
              </a:rPr>
              <a:t>Ghazanfar Pasha</a:t>
            </a:r>
            <a:endParaRPr sz="155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4276" y="228600"/>
            <a:ext cx="167639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60" dirty="0" smtClean="0">
                <a:latin typeface="Arial Black"/>
                <a:cs typeface="Arial Black"/>
              </a:rPr>
              <a:t>Anees</a:t>
            </a:r>
            <a:r>
              <a:rPr lang="en-US" sz="1500" spc="-160" dirty="0" smtClean="0">
                <a:latin typeface="Arial Black"/>
                <a:cs typeface="Arial Black"/>
              </a:rPr>
              <a:t> Ahmed</a:t>
            </a:r>
            <a:endParaRPr sz="15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" y="3048000"/>
            <a:ext cx="4419601" cy="92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225">
              <a:lnSpc>
                <a:spcPts val="2295"/>
              </a:lnSpc>
              <a:spcBef>
                <a:spcPts val="100"/>
              </a:spcBef>
            </a:pPr>
            <a:r>
              <a:rPr lang="en-US" sz="1950" b="1" spc="-320" dirty="0" smtClean="0">
                <a:solidFill>
                  <a:srgbClr val="4480F2"/>
                </a:solidFill>
                <a:latin typeface="Arial Black" panose="020B0A04020102020204" pitchFamily="34" charset="0"/>
                <a:cs typeface="Arial Black"/>
              </a:rPr>
              <a:t>PHONE   </a:t>
            </a:r>
            <a:endParaRPr sz="1950" b="1" dirty="0">
              <a:latin typeface="Arial Black" panose="020B0A04020102020204" pitchFamily="34" charset="0"/>
              <a:cs typeface="Arial Black"/>
            </a:endParaRPr>
          </a:p>
          <a:p>
            <a:pPr marR="22860">
              <a:lnSpc>
                <a:spcPts val="2355"/>
              </a:lnSpc>
            </a:pPr>
            <a:r>
              <a:rPr sz="2000" b="1" spc="-365" dirty="0">
                <a:solidFill>
                  <a:srgbClr val="487CF0"/>
                </a:solidFill>
                <a:latin typeface="Arial Black" panose="020B0A04020102020204" pitchFamily="34" charset="0"/>
                <a:cs typeface="Arial Black"/>
              </a:rPr>
              <a:t>MANAGEMENT</a:t>
            </a:r>
            <a:r>
              <a:rPr sz="2000" b="1" spc="60" dirty="0">
                <a:solidFill>
                  <a:srgbClr val="487CF0"/>
                </a:solidFill>
                <a:latin typeface="Arial Black" panose="020B0A04020102020204" pitchFamily="34" charset="0"/>
                <a:cs typeface="Arial Black"/>
              </a:rPr>
              <a:t> </a:t>
            </a:r>
            <a:r>
              <a:rPr sz="2000" b="1" spc="-400" dirty="0" smtClean="0">
                <a:solidFill>
                  <a:srgbClr val="467BF4"/>
                </a:solidFill>
                <a:latin typeface="Arial Black" panose="020B0A04020102020204" pitchFamily="34" charset="0"/>
                <a:cs typeface="Arial Black"/>
              </a:rPr>
              <a:t>SYSTEM</a:t>
            </a:r>
            <a:endParaRPr lang="en-US" sz="2000" b="1" dirty="0">
              <a:latin typeface="Arial Black" panose="020B0A04020102020204" pitchFamily="34" charset="0"/>
              <a:cs typeface="Arial Black"/>
            </a:endParaRPr>
          </a:p>
          <a:p>
            <a:pPr marR="22860">
              <a:lnSpc>
                <a:spcPts val="2355"/>
              </a:lnSpc>
            </a:pPr>
            <a:r>
              <a:rPr sz="1050" spc="-50" dirty="0" smtClean="0">
                <a:solidFill>
                  <a:srgbClr val="2D2D2D"/>
                </a:solidFill>
                <a:latin typeface="Arial MT"/>
                <a:cs typeface="Arial MT"/>
              </a:rPr>
              <a:t>Presented</a:t>
            </a:r>
            <a:r>
              <a:rPr sz="1050" spc="25" dirty="0" smtClean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50" spc="-60" dirty="0">
                <a:solidFill>
                  <a:srgbClr val="2F2F2F"/>
                </a:solidFill>
                <a:latin typeface="Arial MT"/>
                <a:cs typeface="Arial MT"/>
              </a:rPr>
              <a:t>by: </a:t>
            </a:r>
            <a:r>
              <a:rPr sz="1050" spc="-70" dirty="0">
                <a:solidFill>
                  <a:srgbClr val="2F2F2F"/>
                </a:solidFill>
                <a:latin typeface="Arial MT"/>
                <a:cs typeface="Arial MT"/>
              </a:rPr>
              <a:t>Ghazanfar</a:t>
            </a:r>
            <a:r>
              <a:rPr sz="1050" spc="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050" spc="-105" smtClean="0">
                <a:solidFill>
                  <a:srgbClr val="2F2F2F"/>
                </a:solidFill>
                <a:latin typeface="Arial MT"/>
                <a:cs typeface="Arial MT"/>
              </a:rPr>
              <a:t>,</a:t>
            </a:r>
            <a:r>
              <a:rPr sz="1050" spc="-5" smtClean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050" spc="-10" smtClean="0">
                <a:solidFill>
                  <a:srgbClr val="2D2D2D"/>
                </a:solidFill>
                <a:latin typeface="Arial MT"/>
                <a:cs typeface="Arial MT"/>
              </a:rPr>
              <a:t>Shameel, Anees</a:t>
            </a:r>
            <a:endParaRPr sz="10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1475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309"/>
            <a:ext cx="8128000" cy="4572000"/>
            <a:chOff x="0" y="-2309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309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17</Words>
  <Application>Microsoft Office PowerPoint</Application>
  <PresentationFormat>Custom</PresentationFormat>
  <Paragraphs>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Black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Ghazanfar Pasha</dc:creator>
  <cp:lastModifiedBy>Microsoft account</cp:lastModifiedBy>
  <cp:revision>6</cp:revision>
  <dcterms:created xsi:type="dcterms:W3CDTF">2024-11-19T14:12:00Z</dcterms:created>
  <dcterms:modified xsi:type="dcterms:W3CDTF">2024-11-20T14:51:14Z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2024-11-19T00:00:00Z</vt:filetime>
  </property>
  <property fmtid="{D5CDD505-2E9C-101B-9397-08002B2CF9AE}" pid="3" name="LastSaved">
    <vt:filetime>2024-11-19T00:00:00Z</vt:filetime>
  </property>
</Properties>
</file>